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Fira Sans" panose="020B0503050000020004" pitchFamily="34" charset="0"/>
      <p:regular r:id="rId12"/>
    </p:embeddedFont>
    <p:embeddedFont>
      <p:font typeface="Inconsolata Bold" pitchFamily="1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42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3165038"/>
            <a:ext cx="69897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AI-POWERED RCA HUB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5567"/>
            <a:ext cx="113395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Global Scope Setup &amp; Core Table Creation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79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Our initial step involved creating the AI Root Cause Log table without App Engine Studio, ensuring a global application scope.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96189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24163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65709"/>
            <a:ext cx="4196358" cy="12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688" y="3456027"/>
            <a:ext cx="680442" cy="68044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761" y="3626168"/>
            <a:ext cx="272177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084" y="43631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Table Creation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51084" y="485358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Defined 'AI Root Cause Log' table in System Definition, setting its application to Global.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5216962" y="3796189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241631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765709"/>
            <a:ext cx="4196358" cy="12192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3456027"/>
            <a:ext cx="680442" cy="68044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933" y="3626168"/>
            <a:ext cx="272177" cy="34016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474256" y="43631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Field Definition</a:t>
            </a:r>
            <a:endParaRPr lang="en-US" sz="2200" dirty="0"/>
          </a:p>
        </p:txBody>
      </p:sp>
      <p:sp>
        <p:nvSpPr>
          <p:cNvPr id="15" name="Text 7"/>
          <p:cNvSpPr/>
          <p:nvPr/>
        </p:nvSpPr>
        <p:spPr>
          <a:xfrm>
            <a:off x="5474256" y="485358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Added fields like Related Incident, CI Name, Root Cause Summary, and GPT-related fields.</a:t>
            </a:r>
            <a:endParaRPr lang="en-US" sz="1750" dirty="0"/>
          </a:p>
        </p:txBody>
      </p:sp>
      <p:sp>
        <p:nvSpPr>
          <p:cNvPr id="16" name="Shape 8"/>
          <p:cNvSpPr/>
          <p:nvPr/>
        </p:nvSpPr>
        <p:spPr>
          <a:xfrm>
            <a:off x="9640133" y="3796189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241631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765709"/>
            <a:ext cx="4196358" cy="12192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3456027"/>
            <a:ext cx="680442" cy="680442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2105" y="3626168"/>
            <a:ext cx="272177" cy="34016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897427" y="4363164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Incident Table Customization</a:t>
            </a:r>
            <a:endParaRPr lang="en-US" sz="2200" dirty="0"/>
          </a:p>
        </p:txBody>
      </p:sp>
      <p:sp>
        <p:nvSpPr>
          <p:cNvPr id="21" name="Text 10"/>
          <p:cNvSpPr/>
          <p:nvPr/>
        </p:nvSpPr>
        <p:spPr>
          <a:xfrm>
            <a:off x="9897427" y="520791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Customized the Incident table with 'Is RCA Triggered' and 'AI RCA Summary' fields.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673" y="3401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GPT API Integration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37673" y="12325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ServiceNow was connected with OpenAI to generate RCA summaries using GPT.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86790" y="18073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REST API Creation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86790" y="2422726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Configured a new REST Message for 'ChatGPT Integration' with the OpenAI endpoint.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468532" y="5893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HTTP Headers &amp; Body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6516139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Set Authorization and Content-Type headers, and defined the request body with a dynamic user_prompt.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733268" y="59726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API Testing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6488003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Tested the API with a sample prompt to verify successful output retrieval.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24E04F-2EAF-4379-8307-C04490C8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873" y="1584286"/>
            <a:ext cx="3990083" cy="3700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5095"/>
            <a:ext cx="82211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RCA Workflow in Flow Designer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775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Automated GPT-based RCA triggering upon incident creation or update.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2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Flow Configuration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035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'Trigger RCA via GPT' flow on the Incident table.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4571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Triggered when an Incident is created or updated with 'Is RCA Triggered' set to true.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2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Flow Steps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035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 Incident Record.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457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Script step to build the GPT prompt.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1879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Call GPT API and parse the response.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6301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 a new record in AI Root Cause Log.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0723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 the Incident with the AI RCA Summary.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6682"/>
            <a:ext cx="7937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Auto-Generate Change Request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890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Implemented automatic Change Request creation based on GPT recommendations.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071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33550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Conditional Trigger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52437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'If' condition checks if the GPT response contains keywords like 'patch', 'rollback', or 'recommend'.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8071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33550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033957"/>
            <a:ext cx="32588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Change Request Creation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52437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 the condition is met, a new 'change_request' record is created.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8071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33550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Field Population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452437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Fields like Type, CI, Short Description (from GPT), and Assignment Group are automatically populated.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1511"/>
            <a:ext cx="70871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Virtual Agent + NLU Setup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39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Enabled users to trigger RCA through a conversational chatbot.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18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Plugin Activation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999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Activated 'Virtual Agent' and 'NLU Workbench' plugins.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89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NLU Model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37079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'RCA Incident Model' with 'report_incident_rca' intent.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1758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Added sample utterances like "email not working".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618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Virtual Agent Topic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19993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Designed a new topic triggered by 'report_incident_rca' intent.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0503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Conversation flow asks for short description, CI, and details.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8101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Creates an Incident with 'Is RCA Triggered' set to true.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9775"/>
            <a:ext cx="90716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Dashboards, Indicators &amp; Reports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21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Visualized RCA impact and tracked AI performance with comprehensive analytics.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90236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640699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Performance Analytics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13111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Activated Incident and Change Management content packs for enhanced reporting.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790236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640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Indicator Creation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13111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an indicator for '# of RCA Events' on the AI Root Cause Log table, broken down by CI Name.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79023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640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 &amp; Reports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13111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Designed a dashboard with RCA event indicators, logs, and a line chart for GPT-generated changes.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172" y="481846"/>
            <a:ext cx="4817031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Bonus: Export &amp; Deploy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3172" y="1379696"/>
            <a:ext cx="134040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Ensuring reusability and easy deployment of the solution.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72" y="2054185"/>
            <a:ext cx="6488311" cy="64883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36537" y="4819650"/>
            <a:ext cx="2737009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Update Set (Global Scope)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36537" y="5268635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'AI_RCA_Project_Global' update set for easy export and reuse.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6537" y="5610344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Ensured all necessary items were included for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358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      Thank You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0A689-C106-1C78-0EB7-306671DC2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215" y="4284941"/>
            <a:ext cx="1299590" cy="12683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545</Words>
  <Application>Microsoft Office PowerPoint</Application>
  <PresentationFormat>Custom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Fira Sans</vt:lpstr>
      <vt:lpstr>Arial</vt:lpstr>
      <vt:lpstr>Inconsolata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Deepthi</dc:creator>
  <cp:lastModifiedBy>Deepthi madisetti</cp:lastModifiedBy>
  <cp:revision>3</cp:revision>
  <dcterms:created xsi:type="dcterms:W3CDTF">2025-08-02T09:06:43Z</dcterms:created>
  <dcterms:modified xsi:type="dcterms:W3CDTF">2026-03-06T17:48:45Z</dcterms:modified>
</cp:coreProperties>
</file>